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66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7673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139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6261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068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2300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23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202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041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491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0DAF-CE43-4021-B5A0-2157DD591058}" type="datetimeFigureOut">
              <a:rPr lang="pt-BR" smtClean="0"/>
              <a:t>10/01/2023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82E05-F199-4EEC-8B84-810C20C2F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69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2540"/>
            <a:ext cx="12192000" cy="4312920"/>
          </a:xfrm>
          <a:prstGeom prst="rect">
            <a:avLst/>
          </a:prstGeom>
        </p:spPr>
      </p:pic>
      <p:sp>
        <p:nvSpPr>
          <p:cNvPr id="20" name="CaixaDeTexto 19"/>
          <p:cNvSpPr txBox="1"/>
          <p:nvPr/>
        </p:nvSpPr>
        <p:spPr>
          <a:xfrm>
            <a:off x="10626811" y="1272540"/>
            <a:ext cx="148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solidFill>
                  <a:schemeClr val="bg1"/>
                </a:solidFill>
              </a:rPr>
              <a:t>Rod. Santos Dumont</a:t>
            </a:r>
            <a:endParaRPr lang="pt-BR" sz="1200" dirty="0">
              <a:solidFill>
                <a:schemeClr val="bg1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454" y="3418703"/>
            <a:ext cx="372741" cy="59518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195" y="1303540"/>
            <a:ext cx="922638" cy="4269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noFill/>
          </a:ln>
          <a:effectLst>
            <a:outerShdw blurRad="50000" algn="tl" rotWithShape="0">
              <a:srgbClr val="000000">
                <a:alpha val="41000"/>
              </a:srgbClr>
            </a:outerShdw>
          </a:effectLst>
        </p:spPr>
      </p:pic>
      <p:sp>
        <p:nvSpPr>
          <p:cNvPr id="8" name="CaixaDeTexto 7"/>
          <p:cNvSpPr txBox="1"/>
          <p:nvPr/>
        </p:nvSpPr>
        <p:spPr>
          <a:xfrm>
            <a:off x="9579997" y="4778632"/>
            <a:ext cx="93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Interior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9" name="Seta para baixo 8"/>
          <p:cNvSpPr/>
          <p:nvPr/>
        </p:nvSpPr>
        <p:spPr>
          <a:xfrm rot="8367921">
            <a:off x="11243674" y="4745243"/>
            <a:ext cx="215525" cy="304379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 para baixo 10"/>
          <p:cNvSpPr/>
          <p:nvPr/>
        </p:nvSpPr>
        <p:spPr>
          <a:xfrm rot="19654537">
            <a:off x="10230546" y="5152888"/>
            <a:ext cx="215525" cy="304379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11066809" y="4409300"/>
            <a:ext cx="93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Capital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9" name="Seta para a direita 18"/>
          <p:cNvSpPr/>
          <p:nvPr/>
        </p:nvSpPr>
        <p:spPr>
          <a:xfrm>
            <a:off x="10626810" y="1505090"/>
            <a:ext cx="1370875" cy="8889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/>
          <p:cNvSpPr/>
          <p:nvPr/>
        </p:nvSpPr>
        <p:spPr>
          <a:xfrm>
            <a:off x="164757" y="1408605"/>
            <a:ext cx="4118919" cy="13534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9009385" y="2981207"/>
            <a:ext cx="2853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Rod dos Bandeirantes Km 86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3" name="Seta para baixo 22"/>
          <p:cNvSpPr/>
          <p:nvPr/>
        </p:nvSpPr>
        <p:spPr>
          <a:xfrm rot="4605901">
            <a:off x="154810" y="3564103"/>
            <a:ext cx="215525" cy="304379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/>
          <p:cNvSpPr txBox="1"/>
          <p:nvPr/>
        </p:nvSpPr>
        <p:spPr>
          <a:xfrm>
            <a:off x="525145" y="3429000"/>
            <a:ext cx="2119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1"/>
                </a:solidFill>
              </a:rPr>
              <a:t>Av. das Amoreiras/Centro</a:t>
            </a:r>
            <a:endParaRPr lang="pt-B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953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</dc:creator>
  <cp:lastModifiedBy>Eduardo</cp:lastModifiedBy>
  <cp:revision>3</cp:revision>
  <dcterms:created xsi:type="dcterms:W3CDTF">2023-01-10T15:51:26Z</dcterms:created>
  <dcterms:modified xsi:type="dcterms:W3CDTF">2023-01-10T16:04:34Z</dcterms:modified>
</cp:coreProperties>
</file>